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InfraTrace — Service Dependency &amp; Impact Intelligence Platform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544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914400" y="731520"/>
            <a:ext cx="1188720" cy="365760"/>
          </a:xfrm>
          <a:prstGeom prst="line">
            <a:avLst/>
          </a:prstGeom>
          <a:noFill/>
          <a:ln w="15875">
            <a:solidFill>
              <a:srgbClr val="354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548640" cy="822960"/>
          </a:xfrm>
          <a:prstGeom prst="line">
            <a:avLst/>
          </a:prstGeom>
          <a:noFill/>
          <a:ln w="15875">
            <a:solidFill>
              <a:srgbClr val="3544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731520"/>
            <a:ext cx="640080" cy="1188720"/>
          </a:xfrm>
          <a:prstGeom prst="line">
            <a:avLst/>
          </a:prstGeom>
          <a:noFill/>
          <a:ln w="15875">
            <a:solidFill>
              <a:srgbClr val="354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914400"/>
            <a:ext cx="731520" cy="914400"/>
          </a:xfrm>
          <a:prstGeom prst="line">
            <a:avLst/>
          </a:prstGeom>
          <a:noFill/>
          <a:ln w="15875">
            <a:solidFill>
              <a:srgbClr val="3544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914400"/>
            <a:ext cx="365760" cy="1371600"/>
          </a:xfrm>
          <a:prstGeom prst="line">
            <a:avLst/>
          </a:prstGeom>
          <a:noFill/>
          <a:ln w="15875">
            <a:solidFill>
              <a:srgbClr val="354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1828800"/>
            <a:ext cx="1097280" cy="457200"/>
          </a:xfrm>
          <a:prstGeom prst="line">
            <a:avLst/>
          </a:prstGeom>
          <a:noFill/>
          <a:ln w="15875">
            <a:solidFill>
              <a:srgbClr val="3544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760720"/>
            <a:ext cx="914400" cy="365760"/>
          </a:xfrm>
          <a:prstGeom prst="line">
            <a:avLst/>
          </a:prstGeom>
          <a:noFill/>
          <a:ln w="15875">
            <a:solidFill>
              <a:srgbClr val="354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5669280"/>
            <a:ext cx="731520" cy="548640"/>
          </a:xfrm>
          <a:prstGeom prst="line">
            <a:avLst/>
          </a:prstGeom>
          <a:noFill/>
          <a:ln w="15875">
            <a:solidFill>
              <a:srgbClr val="3544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05156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68580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17320" y="187452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61320" y="86868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178308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95560" y="224028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71500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1640" y="608076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9960" y="562356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78440" y="6172200"/>
            <a:ext cx="91440" cy="91440"/>
          </a:xfrm>
          <a:prstGeom prst="ellipse">
            <a:avLst/>
          </a:prstGeom>
          <a:solidFill>
            <a:srgbClr val="5B7BB8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1965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LAB  •  BCSE302P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0" y="242316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InfraTrace</a:t>
            </a:r>
            <a:endParaRPr lang="en-US" sz="6800" dirty="0"/>
          </a:p>
        </p:txBody>
      </p:sp>
      <p:sp>
        <p:nvSpPr>
          <p:cNvPr id="23" name="Text 21"/>
          <p:cNvSpPr/>
          <p:nvPr/>
        </p:nvSpPr>
        <p:spPr>
          <a:xfrm>
            <a:off x="0" y="3520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Dependency &amp; Impact Intelligence Platform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997196" y="4251960"/>
            <a:ext cx="2194560" cy="0"/>
          </a:xfrm>
          <a:prstGeom prst="line">
            <a:avLst/>
          </a:prstGeom>
          <a:noFill/>
          <a:ln w="19050">
            <a:solidFill>
              <a:srgbClr val="3E54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J  (24BCE2593)      •      Jani Rose Lawwellman  (24BCE2603)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 Sridevi 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•  FastAPI  •  Vanilla JS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Outage Raises Three Urgent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760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failing component depend on? — where is the fault likely to be?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depends on this component? — who is affected, and how far does it spread?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it? — which team must be paged?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organisations this knowledge lives in spreadsheets, stale architecture diagrams, and the memory of whichever engineer has been there longest — none of it queryable.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75120" y="1280160"/>
            <a:ext cx="502920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Payment DB fails…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205740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B91C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2057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DB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98280" y="2697480"/>
            <a:ext cx="0" cy="256032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589520" y="2953512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EA58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0" y="29535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3593592"/>
            <a:ext cx="0" cy="256032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3849624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384962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4489704"/>
            <a:ext cx="0" cy="256032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4745736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CA8A0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474573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577900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traversal of the dependency graph — the basis of blast-radius analysis (Slide 10).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dependency tracking is a naturally relational problem with genuine database-design difficulty — a single coherent domain that exercises core DBMS concepts end to end, rather than as disconnected textbook exercises.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 graph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depends on components, and is depended upon by others — true graph modelling inside one 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28416" y="22860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queries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57016" y="3886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chain must be walked to arbitrary depth — a direct application of WITH RECURSIVE.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22860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8232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beyond CHECK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28232" y="3886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prevention needs to read other rows, which motivates triggers and stored functions.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22860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9448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9299448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with evidence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99448" y="38862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and filtering patterns give a genuine, measurable reason to design indexes.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— All Met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(BCNF) schema covering the full estate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as a self-referencing M:N relationship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dataset with deliberate edge cases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that answers real operational questions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blast-radius analysis via recursive CTEs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37160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DBMS features: views, functions, procedures, triggers, indexes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isolation and concurrency control, demonstrated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optimisation with measured before/after evidence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prevention of circular dependencies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exposed through a read-only API and dashboard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Status Quo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Problem Today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Dependency knowledge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Undocumented or stale; diagrams drift from reality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Ownership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Implicit — components quietly become unowned during reorganisation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Impact analysis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Manual — engineers reconstruct dependency chains by hand, under time pressure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Deployment &amp; incident history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Live in separate tools; "what changed before this broke?" is hard to answer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Aggregation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Unstructured data cannot answer "which component would hurt us most?"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InfraTrace does not attempt to replace GitHub, Jira, or commercial observability platforms — it is a focused database-modelling exercise for this specific problem.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dependencies as rows, not duplicated attributes.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BEA"/>
          </a:solidFill>
          <a:ln w="12700">
            <a:solidFill>
              <a:srgbClr val="975A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(component_id) 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──┐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5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├──►  dependency (component_id FK, depends_on_id FK)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(component_id)  ──┘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28016" cy="822960"/>
          </a:xfrm>
          <a:prstGeom prst="round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54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Traversable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0" y="3154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can be walked with recursive SQL (WITH RECURSIVE) to any depth — blast-radius analysis.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28016" cy="822960"/>
          </a:xfrm>
          <a:prstGeom prst="round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57600" y="4114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deployment and incident data all attach to the same component key — one join answers "what broke, what it affects, who to call".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28016" cy="822960"/>
          </a:xfrm>
          <a:prstGeom prst="roundRect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74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5074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reject any write that would create a cycle — the database enforces its own integrity, not application discipline.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Three Thin Layers Over One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4560" y="146304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2C52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68880" y="146304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 / CSS / JS</a:t>
            </a:r>
            <a:endParaRPr lang="en-US" sz="170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6-view dashboard + SVG graph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194560" y="274320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68880" y="274320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70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read-only GET endpoints</a:t>
            </a:r>
            <a:endParaRPr lang="en-US" sz="170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PyMySQL — no ORM, no write paths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4560" y="402336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975A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68880" y="402336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(MySQL 8.0)</a:t>
            </a:r>
            <a:endParaRPr lang="en-US" sz="170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 · views · functions · procedures · triggers</a:t>
            </a:r>
            <a:endParaRPr lang="en-US" sz="170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logic and analysis lives here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0760" y="2514600"/>
            <a:ext cx="0" cy="22860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3794760"/>
            <a:ext cx="0" cy="22860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97280" y="5349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the single source of truth. The backend performs no independent business logic; the frontend performs no independent calculation — every number on screen is exactly what a view, function or procedure returned.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Reverse-engineered directly from schema.sql and verified table-by-table, key-by-key against the deployed DDL.</a:t>
            </a:r>
            <a:endParaRPr lang="en-US" sz="1250" dirty="0"/>
          </a:p>
        </p:txBody>
      </p:sp>
      <p:pic>
        <p:nvPicPr>
          <p:cNvPr id="5" name="Image 0" descr="/home/claude/work/documentation/InfraTrace_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461" y="1417320"/>
            <a:ext cx="9316031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813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9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4813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359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4813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359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2396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14813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359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tables, two of them pure bridges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developer, application, component — core organisational and asset entities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application_component — bridge: which components an application uses (M:N)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— bridge, self-referencing on component: the dependency graph itself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deployment, incident, incident_component — operational history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92440" y="320040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BEA"/>
          </a:solidFill>
          <a:ln w="12700">
            <a:solidFill>
              <a:srgbClr val="975A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FKs are deliberate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1040" y="384048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owner_team_id </a:t>
            </a:r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unowned is a real state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deployed_by </a:t>
            </a:r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engineer not always recorded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caused_by_deployment_id </a:t>
            </a:r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a confirmed cause, never a guess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Analytical Queries, 7 of Them Recursive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relationship-graph traversal — component → dependency → component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205740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used instead of multi-table joins to avoid row-multiplication in aggregates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&amp; grouping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74320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SUM(CASE…), GROUP BY / HAVING for ownership and incident reporting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474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342900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Incident-trend analysis (period-over-period aggregation)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411480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RECURSIVE — 7 queries (R1–R7) walking the dependency graph up and down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047488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RECURSIVE impact (component_id, depth) AS (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d.component_id, 1 FROM dependency d WHERE d.depends_on_id = :failed_id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 SELECT d.component_id, impact.depth+1 FROM dependency 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impact ON d.depends_on_id = impact.component_id )  SELECT * FROM impact;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OBJECTS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Functions, Procedures &amp; Triggers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89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47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389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947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389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947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2396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1389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1947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stored function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12724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46120"/>
            <a:ext cx="5166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fn_would_create_cycle(p_component_id, p_depends_on_id)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Would this new edge close a dependency cycle of ANY length?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Called by both dependency triggers before every write.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trigger — cycle prevention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127248"/>
            <a:ext cx="5468112" cy="1417320"/>
          </a:xfrm>
          <a:prstGeom prst="roundRect">
            <a:avLst>
              <a:gd name="adj" fmla="val 5161"/>
            </a:avLst>
          </a:prstGeom>
          <a:solidFill>
            <a:srgbClr val="FFFBEA"/>
          </a:solidFill>
          <a:ln w="12700">
            <a:solidFill>
              <a:srgbClr val="975A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2461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75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trg_dependency_validate_insert / _update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BEFORE INSERT/UPDATE on dependency — SIGNALs an error and rejects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</a:rPr>
              <a:t>self-dependencies and any cycle. Genuine prevention, not after-the-fact detection.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triggers, not CHECK constraints?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constraint may only inspect the row it is defined on — the cycle rule and the retired-component-in-production rule both need to read other rows/tables.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used in a CHECK may not also carry a foreign-key referential action in MySQL — ruling out even the simple self-dependency check as a CHECK.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Concurrency — 6 Runnable Demonstrations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3931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Basics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BEGIN, SAVEPOINT, partial ROLLBACK, COMMIT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79392" y="1417320"/>
            <a:ext cx="363931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16552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16552" y="23317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vs REPEATABLE READ across sessions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63931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38744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3317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 overwrite each other's change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63931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069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FOR UPDATE blocks a competing session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279392" y="3154680"/>
            <a:ext cx="363931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16552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16552" y="4069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lock order → MySQL detects &amp; aborts one transaction (error 1213)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101584" y="3154680"/>
            <a:ext cx="363931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38744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00/99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38744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Teardown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38744" y="4069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demo rows (id ≥ 9001) — main dataset untouched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57200" y="5074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manually (or via run_concurrency_demos.sh) against two live MySQL sessions — inherently timing-sensitive, so kept separate from the automated pytest/SQL suites (Slide 16).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Query Optimisation — Measured, Not Assumed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explicit indexes, each justified by a measured access pattern on a 2,000-component generated dataset (EXPLAIN ANALYZE).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329184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Without Index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With Index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Reverse dependency lookup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~0.9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~0.013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Recursive blast radius (rows examined)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772,038 rows / 8.0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244 rows / 3.5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Ownership audit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~0.96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~0.04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Deployment timeline MAX(deployed_at)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full scan, ~4.7 ms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02C"/>
                          </a:solidFill>
                        </a:rPr>
                        <a:t>optimised away — 0 rows examined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920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FFBEA"/>
          </a:solidFill>
          <a:ln w="12700">
            <a:solidFill>
              <a:srgbClr val="975A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010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negative result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534924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"obvious" extra composite index on incident_component made one query slower — roughly 39–46 ms → 108–111 ms across repeated runs on two platforms. Documented as evidence that plan-level reasoning is necessary but not sufficient; measurement settles the question.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FastAPI, 27 Read-Only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813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Endpoints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4813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Endpoints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4813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2396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14813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Groups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(ASGI) + PyMySQL — no ORM; SQL and CALLs run directly against MySQL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queries.py isolates SQL/CALL statements from route-handling code in main.py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from environment variables (.env.example checked in, no real secrets committed)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01752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(1)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40156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3401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 (8)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785616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37856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 (5)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416966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3640" y="41696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 (3)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55371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4553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(8)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493776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4937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 (2)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is a GET. The backend performs no independent business logic — it calls a view, function or procedure and serialises the result.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6-View Dashboard, No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HTML file · vanilla HTML/CSS/JS · hand-written SVG graph rendering · no build 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summary — component counts, ownership gaps, open incidents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9392" y="160020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FFBEA"/>
          </a:solidFill>
          <a:ln w="12700">
            <a:solidFill>
              <a:srgbClr val="975A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737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7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62272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Browsable, filterable list — type, criticality, ownership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01584" y="160020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737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Explorer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84464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dependencies &amp; dependents of a selected component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FFBEA"/>
          </a:solidFill>
          <a:ln w="12700">
            <a:solidFill>
              <a:srgbClr val="975A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7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SVG visualisation of the full dependency graph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9392" y="33832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62272" y="3977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list with severity /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3383280"/>
            <a:ext cx="3639312" cy="1600200"/>
          </a:xfrm>
          <a:prstGeom prst="roundRect">
            <a:avLst>
              <a:gd name="adj" fmla="val 4571"/>
            </a:avLst>
          </a:prstGeom>
          <a:solidFill>
            <a:srgbClr val="FFFBEA"/>
          </a:solidFill>
          <a:ln w="12700">
            <a:solidFill>
              <a:srgbClr val="975A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7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84464" y="39776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history &amp; production infrastructure 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211 Automated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3716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48132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633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Test Assertions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suites — schema, constraints,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integrity, stored programs,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cycle regression)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75120" y="13716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48132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633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API Tests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written directly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real bugs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during development)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7315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Suite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Checks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01 schema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37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Every table/view/routine/trigger/index actually exists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02 constraints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CHECK/UNIQUE/NOT NULL fire on INSERT and UPDATE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03 integrity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28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Referential integrity &amp; cross-table business rules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04 stored programs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34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Every function/procedure returns correct values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05 analytics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22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Analytical results are internally consistent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06 cycle regression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</a:rPr>
                        <a:t>Cycle prevention rejects invalid edges, allows valid ones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What the System Demonstrably Achieves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10-table BCNF schema deployed and internally consistent — 15 FKs, 14 CHECKs, 8 UNIQUEs, independently verified against the DDL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enforces its own acyclicity at write time — verified by a 20-test cycle-regression suite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analytical queries (7 recursive) answer real operational questions directly in SQL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order-of-magnitude index performance gains, including one honestly-reported negative result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automated tests exist and, per the project's own test suite structure, pass against the implementation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27-endpoint read-only API and 6-view dashboard demonstrate the analysis end to 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4864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screenshots were available inside the submitted project archive at audit time — none are fabricated here. A live demo of the dashboard accompanies this presentation.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InfraTrace is a complete, working relational model of a software organisation's infrastructure estate — where dependency and impact analysis is a query, not a manual reconstruction.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concepts demonstrated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schema design incl. self-referencing M:N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816352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FFFB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8163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— FKs, CHECKs, UNIQUEs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255264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2552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functions for rules CHECK cannot express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FFFB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6941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SQL for graph traversal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2377440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procedures &amp; functions as reusable objects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816352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FFFB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8163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isolation, locking &amp; deadlocks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3255264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32552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index design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694176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FFFB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36941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database &amp; API testing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is an upper bound (no redundancy/failover modelling); risk score is a heuristic ranking, not a probability; correlation and confirmed cause are deliberately kept separate.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below extends the existing database — it remains fully functional without any of them.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39312" cy="4389120"/>
          </a:xfrm>
          <a:prstGeom prst="roundRect">
            <a:avLst>
              <a:gd name="adj" fmla="val 201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39312" cy="502920"/>
          </a:xfrm>
          <a:prstGeom prst="roundRect">
            <a:avLst>
              <a:gd name="adj" fmla="val 14545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blast radius by dependency_type (async vs sync)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redundancy &amp; failover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endpoints with authentication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554480"/>
            <a:ext cx="3639312" cy="4389120"/>
          </a:xfrm>
          <a:prstGeom prst="roundRect">
            <a:avLst>
              <a:gd name="adj" fmla="val 201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554480"/>
            <a:ext cx="3639312" cy="502920"/>
          </a:xfrm>
          <a:prstGeom prst="roundRect">
            <a:avLst>
              <a:gd name="adj" fmla="val 14545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279392" y="1554480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224028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versioning of the dependency graph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running both test suites automatically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dependencies from service meshes / CI-CD metadata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1554480"/>
            <a:ext cx="3639312" cy="4389120"/>
          </a:xfrm>
          <a:prstGeom prst="roundRect">
            <a:avLst>
              <a:gd name="adj" fmla="val 201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554480"/>
            <a:ext cx="3639312" cy="502920"/>
          </a:xfrm>
          <a:prstGeom prst="roundRect">
            <a:avLst>
              <a:gd name="adj" fmla="val 14545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8101584" y="1554480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optional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0184" y="224028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natural-language querying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incident correlation / anomaly detection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layered on top of the database, not a replacement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997196" y="4160520"/>
            <a:ext cx="2194560" cy="0"/>
          </a:xfrm>
          <a:prstGeom prst="line">
            <a:avLst/>
          </a:prstGeom>
          <a:noFill/>
          <a:ln w="19050">
            <a:solidFill>
              <a:srgbClr val="3E54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InfraTrace — Service Dependency &amp; Impact Intelligence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J (24BCE2593)  •  Jani Rose Lawwellman (24BCE2603)  •  Guide: Dr Sridevi 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2026-09-15T07:17:00Z</dcterms:created>
  <dcterms:modified xsi:type="dcterms:W3CDTF">2026-09-15T07:17:00Z</dcterms:modified>
</cp:coreProperties>
</file>